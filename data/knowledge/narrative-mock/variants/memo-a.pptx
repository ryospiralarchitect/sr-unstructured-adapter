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ocument-title"/>
          <p:cNvSpPr txBox="1"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0"/>
              </a:spcAft>
              <a:defRPr sz="2300">
                <a:latin typeface="Hiragino Sans"/>
              </a:defRPr>
            </a:pPr>
            <a:r>
              <a:t># 合成資料A：受付支援と共通案件の整理メモ</a:t>
            </a:r>
          </a:p>
        </p:txBody>
      </p:sp>
      <p:sp>
        <p:nvSpPr>
          <p:cNvPr id="3" name="document-scope"/>
          <p:cNvSpPr txBox="1"/>
          <p:nvPr/>
        </p:nvSpPr>
        <p:spPr>
          <a:xfrm>
            <a:off x="365760" y="777240"/>
            <a:ext cx="11430000" cy="1828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0"/>
              </a:spcAft>
              <a:defRPr sz="1400">
                <a:latin typeface="Hiragino Sans"/>
              </a:defRPr>
            </a:pPr>
            <a:r>
              <a:t>この資料の案件名、組織名、金額は全て検証用の架空データである。</a:t>
            </a:r>
          </a:p>
          <a:p>
            <a:pPr>
              <a:spcAft>
                <a:spcPts val="0"/>
              </a:spcAft>
              <a:defRPr sz="1400">
                <a:latin typeface="Hiragino Sans"/>
              </a:defRPr>
            </a:pPr>
            <a:r>
              <a:t>基準日は2026年10月17日であり、資料Aと資料Bの優先順位は設定しない。</a:t>
            </a:r>
          </a:p>
          <a:p>
            <a:pPr>
              <a:spcAft>
                <a:spcPts val="0"/>
              </a:spcAft>
              <a:defRPr sz="1400">
                <a:latin typeface="Hiragino Sans"/>
              </a:defRPr>
            </a:pPr>
            <a:r>
              <a:t>朝凪は共通識別子P-101の案件であり、資料Bの朝凪と同一案件である。</a:t>
            </a:r>
          </a:p>
          <a:p>
            <a:pPr>
              <a:spcAft>
                <a:spcPts val="0"/>
              </a:spcAft>
              <a:defRPr sz="1400">
                <a:latin typeface="Hiragino Sans"/>
              </a:defRPr>
            </a:pPr>
            <a:r>
              <a:t>星凪は共通識別子P-102の案件であり、資料Bの星凪と同一案件である。</a:t>
            </a:r>
          </a:p>
          <a:p>
            <a:pPr>
              <a:spcAft>
                <a:spcPts val="0"/>
              </a:spcAft>
              <a:defRPr sz="1400">
                <a:latin typeface="Hiragino Sans"/>
              </a:defRPr>
            </a:pPr>
            <a:r>
              <a:t>本資料の灯台は受付支援案件A-201であり、資料Bの在庫支援案件B-201とは名称だけが同じ別案件である。</a:t>
            </a:r>
          </a:p>
          <a:p>
            <a:pPr>
              <a:spcAft>
                <a:spcPts val="0"/>
              </a:spcAft>
              <a:defRPr sz="1400">
                <a:latin typeface="Hiragino Sans"/>
              </a:defRPr>
            </a:pPr>
            <a:r>
              <a:t>## 担当と予算</a:t>
            </a:r>
          </a:p>
        </p:txBody>
      </p:sp>
      <p:sp>
        <p:nvSpPr>
          <p:cNvPr id="4" name="assertion-01"/>
          <p:cNvSpPr txBox="1"/>
          <p:nvPr/>
        </p:nvSpPr>
        <p:spPr>
          <a:xfrm>
            <a:off x="365760" y="2743200"/>
            <a:ext cx="114300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0"/>
              </a:spcAft>
              <a:defRPr sz="1800">
                <a:latin typeface="Hiragino Sans"/>
              </a:defRPr>
            </a:pPr>
            <a:r>
              <a:t>朝凪の主担当は東部室である。</a:t>
            </a:r>
          </a:p>
        </p:txBody>
      </p:sp>
      <p:sp>
        <p:nvSpPr>
          <p:cNvPr id="5" name="assertion-02"/>
          <p:cNvSpPr txBox="1"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0"/>
              </a:spcAft>
              <a:defRPr sz="1800">
                <a:latin typeface="Hiragino Sans"/>
              </a:defRPr>
            </a:pPr>
            <a:r>
              <a:t>朝凪の支援担当は西部室である。</a:t>
            </a:r>
          </a:p>
        </p:txBody>
      </p:sp>
      <p:sp>
        <p:nvSpPr>
          <p:cNvPr id="6" name="assertion-03"/>
          <p:cNvSpPr txBox="1"/>
          <p:nvPr/>
        </p:nvSpPr>
        <p:spPr>
          <a:xfrm>
            <a:off x="365760" y="3657600"/>
            <a:ext cx="114300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0"/>
              </a:spcAft>
              <a:defRPr sz="1800">
                <a:latin typeface="Hiragino Sans"/>
              </a:defRPr>
            </a:pPr>
            <a:r>
              <a:t>朝凪の承認担当は審査室である。</a:t>
            </a:r>
          </a:p>
        </p:txBody>
      </p:sp>
      <p:sp>
        <p:nvSpPr>
          <p:cNvPr id="7" name="assertion-04"/>
          <p:cNvSpPr txBox="1"/>
          <p:nvPr/>
        </p:nvSpPr>
        <p:spPr>
          <a:xfrm>
            <a:off x="365760" y="4114800"/>
            <a:ext cx="114300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0"/>
              </a:spcAft>
              <a:defRPr sz="1800">
                <a:latin typeface="Hiragino Sans"/>
              </a:defRPr>
            </a:pPr>
            <a:r>
              <a:t>朝凪の予算額は1200000円である。</a:t>
            </a:r>
          </a:p>
        </p:txBody>
      </p:sp>
      <p:sp>
        <p:nvSpPr>
          <p:cNvPr id="8" name="assertion-05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0"/>
              </a:spcAft>
              <a:defRPr sz="1800">
                <a:latin typeface="Hiragino Sans"/>
              </a:defRPr>
            </a:pPr>
            <a:r>
              <a:t>星凪の主担当は南部室である。</a:t>
            </a:r>
          </a:p>
        </p:txBody>
      </p:sp>
      <p:sp>
        <p:nvSpPr>
          <p:cNvPr id="9" name="assertion-06"/>
          <p:cNvSpPr txBox="1"/>
          <p:nvPr/>
        </p:nvSpPr>
        <p:spPr>
          <a:xfrm>
            <a:off x="365760" y="5029200"/>
            <a:ext cx="114300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0"/>
              </a:spcAft>
              <a:defRPr sz="1800">
                <a:latin typeface="Hiragino Sans"/>
              </a:defRPr>
            </a:pPr>
            <a:r>
              <a:t>星凪の支援担当は東部室ではない。</a:t>
            </a:r>
          </a:p>
        </p:txBody>
      </p:sp>
      <p:sp>
        <p:nvSpPr>
          <p:cNvPr id="10" name="assertion-07"/>
          <p:cNvSpPr txBox="1"/>
          <p:nvPr/>
        </p:nvSpPr>
        <p:spPr>
          <a:xfrm>
            <a:off x="365760" y="5486400"/>
            <a:ext cx="114300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0"/>
              </a:spcAft>
              <a:defRPr sz="1800">
                <a:latin typeface="Hiragino Sans"/>
              </a:defRPr>
            </a:pPr>
            <a:r>
              <a:t>星凪の予算額は未定であり、金額は定まっていない。</a:t>
            </a:r>
          </a:p>
        </p:txBody>
      </p:sp>
      <p:sp>
        <p:nvSpPr>
          <p:cNvPr id="11" name="assertion-08"/>
          <p:cNvSpPr txBox="1"/>
          <p:nvPr/>
        </p:nvSpPr>
        <p:spPr>
          <a:xfrm>
            <a:off x="365760" y="5943600"/>
            <a:ext cx="114300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0"/>
              </a:spcAft>
              <a:defRPr sz="1800">
                <a:latin typeface="Hiragino Sans"/>
              </a:defRPr>
            </a:pPr>
            <a:r>
              <a:t>灯台の主担当は受付運用室である。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 合成資料A：受付支援と共通案件の整理メモ</dc:title>
  <dc:subject/>
  <dc:creator>SR synthetic fixture</dc:creator>
  <cp:keywords/>
  <dc:description>generated using python-pptx</dc:description>
  <cp:lastModifiedBy>Steve Canny</cp:lastModifiedBy>
  <cp:revision>1</cp:revision>
  <dcterms:created xsi:type="dcterms:W3CDTF">2026-10-17T00:00:00Z</dcterms:created>
  <dcterms:modified xsi:type="dcterms:W3CDTF">2026-10-17T00:00:00Z</dcterms:modified>
  <cp:category/>
</cp:coreProperties>
</file>